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19B0EE0F-39F0-4CFB-AA42-4D71D86E7BF1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Elevate Labs Task 4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D3EA58F5-988C-4384-A5C3-848D8F76D8DF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11/20/2025 7:48:51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5F3BF425-492E-4FCE-B1BF-FECFF9B572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677" y="0"/>
            <a:ext cx="85746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2025-11-20T19:48:52Z</dcterms:created>
  <dcterms:modified xsi:type="dcterms:W3CDTF">2025-11-20T19:48:52Z</dcterms:modified>
</cp:coreProperties>
</file>