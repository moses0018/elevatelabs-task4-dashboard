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Superstore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 4 – Interactive Dashboard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pic>
        <p:nvPicPr>
          <p:cNvPr id="3" name="Picture 2" descr="Screenshot 2025-11-21 at 1.30.15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423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Over Time</a:t>
            </a:r>
          </a:p>
        </p:txBody>
      </p:sp>
      <p:pic>
        <p:nvPicPr>
          <p:cNvPr id="3" name="Picture 2" descr="Screenshot 2025-11-21 at 1.30.40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3590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Sales</a:t>
            </a:r>
          </a:p>
        </p:txBody>
      </p:sp>
      <p:pic>
        <p:nvPicPr>
          <p:cNvPr id="3" name="Picture 2" descr="Screenshot 2025-11-21 at 1.30.56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523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by State</a:t>
            </a:r>
          </a:p>
        </p:txBody>
      </p:sp>
      <p:pic>
        <p:nvPicPr>
          <p:cNvPr id="3" name="Picture 2" descr="Screenshot 2025-11-21 at 1.32.00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3557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Sales</a:t>
            </a:r>
          </a:p>
        </p:txBody>
      </p:sp>
      <p:pic>
        <p:nvPicPr>
          <p:cNvPr id="3" name="Picture 2" descr="Screenshot 2025-11-21 at 1.32.16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25878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